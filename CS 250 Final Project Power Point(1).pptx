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4349ef1696f411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4349ef1696f41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4349ef1696f411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4349ef1696f411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4349ef1696f411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4349ef1696f411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4349ef1696f411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4349ef1696f411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4349ef1696f411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24349ef1696f411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4349ef1696f411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4349ef1696f411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Transitioning ChadaTech to Scrum-Agile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Lessons Learned from the SNHU Travel Pilot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Justin Shahan, Scrum Master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250: Software Development Lifecycle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Roles on a Scrum-Agile Team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Product Owner: Manages the backlog, represents SNHU Travel, and prioritizes highest-value features first (Pfleeger &amp; Atlee, 2023).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Scrum Master: Servant leader who removes blockers, protects developers from distractions, and runs ceremonies (Yahya &amp; Maidin, 2022).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Development Team: Cross-functional group of developers and QA testers who build and test features together in two-week sprints.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SDLC Works in Agile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• Sprint Cycles: All SDLC phases happen continuously inside two-week sprints instead of multi-month gates (Pressman &amp; Maxim, 2024).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• Requirements &amp; Design: Features are written as small user stories in a flexible backlog, with architecture designed as needed.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• Continuous Development &amp; QA: Developers and QA work side-by-side daily, finding bugs in days instead of months.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Review &amp; Release: Working, tested software is demonstrated to stakeholders at the end of every sprint for approval.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vs. Agile: SNHU Travel Pilot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The Disruption: SNHU Travel needed an unexpected, live Flight Booking API added mid-project for an airline partner deal.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Under Waterfall: Work would freeze for formal change requests and budget approvals, delaying the project by months (Yahya &amp; Maidin, 2022).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Under Scrum: The team finished their active sprint, the Product Owner swapped out a low-value forum feature, and the API was built next sprint with zero delays.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Between Waterfall and Agile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Choose Agile When: Requirements change quickly, clients want regular demos, and you are building modern web/mobile apps (Davis, 2025).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Choose Waterfall When: Scope is 100% fixed, projects have strict legal/safety regulations, or you are building physical hardware.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Recommendation: ChadaTech should transition all custom software development teams to Scrum to build better products faster.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Davis, M. (2025). Agile vs Waterfall: A comprehensive guide to modern software and project management methodologies. TechEdge Publishing.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Pfleeger, S. L., &amp; Atlee, J. M. (2023). Software engineering: Theory and practice (5th ed.). Pearson.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Pressman, R. S., &amp; Maxim, B. R. (2024). Software engineering: A practitioner's approach (10th ed.). McGraw-Hill Education.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Yahya, N., &amp; Maidin, S. S. (2022). The waterfall model with Agile Scrum as the hybrid agile model for software engineering teams. In 2022 10th International Conference on Cyber and IT Service Management (CITSM) (pp. 1-6). IEEE.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